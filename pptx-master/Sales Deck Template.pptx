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1" r:id="rId2"/>
    <p:sldId id="282" r:id="rId3"/>
    <p:sldId id="283" r:id="rId4"/>
    <p:sldId id="284" r:id="rId5"/>
    <p:sldId id="265" r:id="rId6"/>
    <p:sldId id="277" r:id="rId7"/>
    <p:sldId id="274" r:id="rId8"/>
    <p:sldId id="28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95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1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7DD"/>
    <a:srgbClr val="0E2832"/>
    <a:srgbClr val="5A7294"/>
    <a:srgbClr val="DE7EBC"/>
    <a:srgbClr val="003358"/>
    <a:srgbClr val="2865E1"/>
    <a:srgbClr val="2EA1F6"/>
    <a:srgbClr val="E9E9E9"/>
    <a:srgbClr val="A7A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748"/>
  </p:normalViewPr>
  <p:slideViewPr>
    <p:cSldViewPr snapToGrid="0">
      <p:cViewPr varScale="1">
        <p:scale>
          <a:sx n="97" d="100"/>
          <a:sy n="97" d="100"/>
        </p:scale>
        <p:origin x="216" y="560"/>
      </p:cViewPr>
      <p:guideLst>
        <p:guide pos="3795"/>
        <p:guide pos="7423"/>
        <p:guide pos="529"/>
        <p:guide orient="horz" pos="1911"/>
      </p:guideLst>
    </p:cSldViewPr>
  </p:slideViewPr>
  <p:notesTextViewPr>
    <p:cViewPr>
      <p:scale>
        <a:sx n="60" d="100"/>
        <a:sy n="6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205C5-6B7C-6548-B0CC-942DC32B9D34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22B41-93AC-B845-B792-F12AE5F4E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7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92CB-7EE2-9BC4-7A9A-3ECCA9FC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E7AA6-A3C6-1274-833A-EAECC61E5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3240A-7B1B-92B4-F173-C4E1840EF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Title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D3932-23CD-ECD7-2666-3A7A8D1A6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10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22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60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ED97-9F71-11FA-5CC3-3A783EDA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D177A-41CB-D750-FE64-F01823C9C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DFF0E-133B-2088-86F4-D94DCBDEE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EBDBD-2191-8A0A-FFB0-18CEFA91E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99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51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716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664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5076-B3B8-7F19-99D4-91E7B4DD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58AEE-8F5F-C215-D45A-3570F82BD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BBEA8-F5C1-DDEE-587B-6C903EF00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BA9F2-48D3-CD73-9F40-1241691C2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2B41-93AC-B845-B792-F12AE5F4E0E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F0B7-D364-0D17-0CD3-B2736251B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502C6-D35F-9079-1DED-10337DA8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2E524-E24A-8CEC-7CE8-51D9E2A1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F5B99-5CBF-5864-41C9-FAF322CB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5CC8A-F359-8E28-7FF6-9EE2D97A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4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A134-83DD-F9AE-F9E0-9C971439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3B78-36F2-A522-7201-09B2CA3D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614E0-A6B9-3698-E213-09A3703F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11F7-B162-5199-EBCD-B42577F6F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8DD04-94E2-17DA-B253-DE463983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44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22B4-89EC-CC04-D58F-0505BB0A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4905C-AD25-5E93-37A6-70A782FA0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B983-81FB-BF08-44ED-513D6557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30F65-5659-EE3C-F141-EFF6958A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5933-24B1-968D-AA43-193DF51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74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4A59-A3D8-731D-EA15-86D1AF5A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D5D8-51C8-8F30-649B-F2C69ECB1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7E243-9F2F-8DF5-7621-23725F34A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312C4-CC5E-0486-2058-B28C6E29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8DA8-1E02-5D3D-C8D6-F6E1FDA8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E39C3-CECA-E7C1-B72B-3EB74635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35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1C5F-B19B-B5FC-9248-0EF8A627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1AAA6-55CA-6044-2FD7-1D92E48C2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4789F-81D1-A161-8EB0-9EA938829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F7A55-9388-5B9F-98A6-7BAA49958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0EF8A-D5F2-8CD9-C3EA-09B269F1E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7954F-02C1-C061-844F-156ADBF8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2A82F-7166-6FFC-CEC8-2CE85863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4D325-208C-A271-3264-0513CBAC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12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9770-59FE-C114-7153-239B0625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C0C88-B0AE-CF19-D2D4-B155E84A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65CF4-AABC-9B98-B78F-E6450584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92A9A-B732-1F27-B8CF-0768B273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495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1E9AE-36AD-4295-34DE-7879694A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3313D-E08B-4223-8341-8A649D64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3C84-78DA-83CF-22ED-1B45E393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7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B112-7EEF-AE0A-79F0-C1BA7825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570DC-5E57-D005-CF6C-22EA5194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67502-1F2A-1856-0071-C5288A912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DD050-BBD0-D2D3-3F81-CA56EB69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0DC4-3634-31C4-3645-C7A22EFA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F4B6E-6660-E5FE-913D-956E7BBD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7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CD1C-3B9E-7470-592B-94CF33F4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BB250-E964-0E50-8178-68E0821E0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83F5C-70F0-35D6-1C16-9A9FCB3EC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36112-F39A-7C5B-216E-1C17F712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B9C3A-7DD8-F0A6-7CB4-C4FB13F9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10E8-F8AC-0CFB-42F0-5B3DA2CD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1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6B49-F066-30A6-ED2F-A39DB92F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EBC43-AC18-7E75-4DFB-E0F5BC2D7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1BB1B-5910-D904-4855-6EC2B1F4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1BBA6-AE8B-D414-D334-312ECBD5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46B0A-F671-A75A-8276-6C4C1964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98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F0067-2917-71A8-8188-7D9E6D300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19BC5-38B8-14A9-F1A5-352540084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984CF-105D-ED48-5215-F4F039A7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0A928-4139-DD7F-EACC-F6A1A017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F1547-FA25-DA21-D485-5170646B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64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5DDCC-9E1B-0A34-2069-B1340D04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B206F-E178-F771-7384-C9B310516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3D205-1131-9076-1E26-456A6C262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05149-7B0F-9A46-88EA-285D813254A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696C8-0855-B1B1-CB11-94E937830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3880D-5818-A4C2-3865-408C90C1C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1CBAC-DB26-794C-A7A7-BBD8F7DC34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7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10" Type="http://schemas.openxmlformats.org/officeDocument/2006/relationships/image" Target="../media/image19.jpeg"/><Relationship Id="rId4" Type="http://schemas.openxmlformats.org/officeDocument/2006/relationships/image" Target="../media/image9.png"/><Relationship Id="rId9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6.jpe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11" Type="http://schemas.openxmlformats.org/officeDocument/2006/relationships/image" Target="../media/image24.jpeg"/><Relationship Id="rId5" Type="http://schemas.openxmlformats.org/officeDocument/2006/relationships/image" Target="../media/image20.png"/><Relationship Id="rId10" Type="http://schemas.openxmlformats.org/officeDocument/2006/relationships/image" Target="../media/image23.jpeg"/><Relationship Id="rId4" Type="http://schemas.openxmlformats.org/officeDocument/2006/relationships/image" Target="../media/image9.png"/><Relationship Id="rId9" Type="http://schemas.openxmlformats.org/officeDocument/2006/relationships/image" Target="../media/image22.jpeg"/><Relationship Id="rId14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29.jpe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jpe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6CB2-6CAF-CC6D-CC1B-20445CEA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6AE2E-A348-9ADE-3932-476A63658A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462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97D52C-9344-213E-74A8-06E780F8FEAB}"/>
              </a:ext>
            </a:extLst>
          </p:cNvPr>
          <p:cNvSpPr/>
          <p:nvPr/>
        </p:nvSpPr>
        <p:spPr>
          <a:xfrm>
            <a:off x="6636538" y="1124432"/>
            <a:ext cx="4976342" cy="4199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FFB38-28D3-2EE8-3536-781572D0D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9898" y="1356360"/>
            <a:ext cx="4341880" cy="2964390"/>
          </a:xfrm>
        </p:spPr>
        <p:txBody>
          <a:bodyPr>
            <a:noAutofit/>
          </a:bodyPr>
          <a:lstStyle/>
          <a:p>
            <a:pPr algn="l">
              <a:lnSpc>
                <a:spcPts val="7020"/>
              </a:lnSpc>
            </a:pPr>
            <a:r>
              <a:rPr lang="en-GB" sz="660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TITLE SLIDE</a:t>
            </a:r>
            <a:r>
              <a:rPr lang="en-GB" sz="6600" spc="-15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 </a:t>
            </a:r>
            <a:r>
              <a:rPr lang="en-GB" sz="660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TO </a:t>
            </a:r>
            <a:r>
              <a:rPr lang="en-GB" sz="6600" dirty="0">
                <a:solidFill>
                  <a:srgbClr val="2865E1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GO HERE.</a:t>
            </a:r>
            <a:endParaRPr lang="en-US" sz="6600" dirty="0">
              <a:solidFill>
                <a:srgbClr val="2865E1"/>
              </a:solidFill>
              <a:latin typeface="Guentner Simplon Light" panose="020B0300000000000000" pitchFamily="34" charset="7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2847-B638-0B5C-7D48-FA6F56315080}"/>
              </a:ext>
            </a:extLst>
          </p:cNvPr>
          <p:cNvSpPr txBox="1"/>
          <p:nvPr/>
        </p:nvSpPr>
        <p:spPr>
          <a:xfrm>
            <a:off x="6689131" y="4351550"/>
            <a:ext cx="3387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2EA1F6"/>
                </a:solidFill>
                <a:latin typeface="IBM Plex Sans" panose="020B0503050203000203" pitchFamily="34" charset="0"/>
              </a:rPr>
              <a:t>Subtitle text or intro copy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0F04CE-3475-9A9F-88AB-BE8AD58D0DC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85256" cy="11923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14C285-34EC-19A6-F90B-55E32FD1BA3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95536"/>
            <a:ext cx="1267327" cy="159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2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5C7B6F-94CD-4BE6-C647-4E93467141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433590"/>
            <a:ext cx="12192000" cy="44430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04CB865-9FD8-997C-8427-097E907F9842}"/>
              </a:ext>
            </a:extLst>
          </p:cNvPr>
          <p:cNvSpPr txBox="1">
            <a:spLocks/>
          </p:cNvSpPr>
          <p:nvPr/>
        </p:nvSpPr>
        <p:spPr>
          <a:xfrm>
            <a:off x="987856" y="1412203"/>
            <a:ext cx="4341880" cy="19770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7020"/>
              </a:lnSpc>
            </a:pPr>
            <a:r>
              <a:rPr lang="en-GB" sz="660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OR</a:t>
            </a:r>
          </a:p>
          <a:p>
            <a:pPr>
              <a:lnSpc>
                <a:spcPts val="7020"/>
              </a:lnSpc>
            </a:pPr>
            <a:r>
              <a:rPr lang="en-GB" sz="6600" dirty="0">
                <a:solidFill>
                  <a:srgbClr val="2865E1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HERE.</a:t>
            </a:r>
            <a:endParaRPr lang="en-US" sz="6600" dirty="0">
              <a:solidFill>
                <a:srgbClr val="2865E1"/>
              </a:solidFill>
              <a:latin typeface="Guentner Simplon Light" panose="020B0300000000000000" pitchFamily="34" charset="77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73D28-BEA2-6E6F-536F-DC0C3CA5E16A}"/>
              </a:ext>
            </a:extLst>
          </p:cNvPr>
          <p:cNvSpPr txBox="1"/>
          <p:nvPr/>
        </p:nvSpPr>
        <p:spPr>
          <a:xfrm>
            <a:off x="1047088" y="3389236"/>
            <a:ext cx="3669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2EA1F6"/>
                </a:solidFill>
                <a:latin typeface="IBM Plex Sans" panose="020B0503050203000203" pitchFamily="34" charset="0"/>
              </a:rPr>
              <a:t>Industrial cooling decisions carry long-term operational responsibility for heat load, process stability, and system efficiency. Güntner helps engineers get these decisions right from the start.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7F1C86-BF88-3611-1642-CEC50A36445F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992" y="391478"/>
            <a:ext cx="771931" cy="5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7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ECF3-34EB-F979-7042-06B945A9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B8137A3-CE60-003C-CF24-39BCF40BF9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69806" y="0"/>
            <a:ext cx="9722194" cy="5503559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4EA7B691-3129-A778-6780-877DE2B84A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E07A3-31EA-415C-00B6-9466E62A833B}"/>
              </a:ext>
            </a:extLst>
          </p:cNvPr>
          <p:cNvSpPr/>
          <p:nvPr/>
        </p:nvSpPr>
        <p:spPr>
          <a:xfrm>
            <a:off x="-1" y="-1"/>
            <a:ext cx="2425149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1223CB-133F-0B0D-F4A8-4E3D6BB45A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2033" y="410820"/>
            <a:ext cx="1630019" cy="16432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7915A65-CA5B-7F6F-388E-AAF161081F92}"/>
              </a:ext>
            </a:extLst>
          </p:cNvPr>
          <p:cNvSpPr/>
          <p:nvPr/>
        </p:nvSpPr>
        <p:spPr>
          <a:xfrm>
            <a:off x="9702800" y="279400"/>
            <a:ext cx="2342971" cy="953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DA7442-11DB-20A2-6BA0-3DCF129622B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9886" y="95533"/>
            <a:ext cx="805543" cy="1205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9436A0-52EE-210E-AE2F-7457546008B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032" y="544592"/>
            <a:ext cx="1620000" cy="1364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CDED7-C470-4B7A-3CC1-E615BB31A97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4465" y="6234545"/>
            <a:ext cx="12516464" cy="6670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D3C20CC-4607-2046-3A43-C4D37EDA017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17312" y="5685658"/>
            <a:ext cx="1974688" cy="117234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9152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E860-EBEE-C69D-B45E-BDB8253D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9FFF9E5E-6787-38B8-9679-E075CC39C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DEE7AD-76A1-63E5-050C-88865F9AA59B}"/>
              </a:ext>
            </a:extLst>
          </p:cNvPr>
          <p:cNvSpPr/>
          <p:nvPr/>
        </p:nvSpPr>
        <p:spPr>
          <a:xfrm>
            <a:off x="-1" y="-1"/>
            <a:ext cx="2425149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5BC6D6-2532-401D-523E-030906962E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2033" y="410820"/>
            <a:ext cx="1630019" cy="1643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5081EA-E6B2-56C1-C30B-BEC9933D186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032" y="544592"/>
            <a:ext cx="1620000" cy="13642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8574D4-1281-9828-6613-7688D8B70C5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37182" y="279400"/>
            <a:ext cx="9554818" cy="12054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5074269-21F6-423B-25D9-4A410BE7B46F}"/>
              </a:ext>
            </a:extLst>
          </p:cNvPr>
          <p:cNvSpPr/>
          <p:nvPr/>
        </p:nvSpPr>
        <p:spPr>
          <a:xfrm>
            <a:off x="9702800" y="279400"/>
            <a:ext cx="2342971" cy="953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072E6-8B58-8ACA-D013-05D536C7687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49498" y="1416320"/>
            <a:ext cx="3657600" cy="4241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F39D0-4517-24AA-99EE-8C568EB6E80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52172" y="1484881"/>
            <a:ext cx="3901732" cy="4172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4AB711-0494-9EB2-800C-275A7EE679D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9886" y="95533"/>
            <a:ext cx="805543" cy="1205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32E7D2-C206-6395-A47C-4F84EED0CAD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4465" y="6234545"/>
            <a:ext cx="12516464" cy="6670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3D0DF4-D01C-7401-3BDA-13EDE08AAEF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 flipH="1">
            <a:off x="10217313" y="5689399"/>
            <a:ext cx="1974687" cy="121594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537AF12-06AD-15B5-6EC4-B9ABED2A2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17313" y="5685658"/>
            <a:ext cx="1974687" cy="11723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64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CCE7-C6EB-8453-686B-AC026097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89111BA2-23A7-3F82-88FD-EB989E350F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E5C71-3842-2E96-DA22-3A9313F76B06}"/>
              </a:ext>
            </a:extLst>
          </p:cNvPr>
          <p:cNvSpPr/>
          <p:nvPr/>
        </p:nvSpPr>
        <p:spPr>
          <a:xfrm>
            <a:off x="-1" y="-1"/>
            <a:ext cx="2425149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335A72-773F-18A9-0FE5-2F350413AA9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2033" y="410820"/>
            <a:ext cx="1630019" cy="1643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B6035E-9047-7A7F-A8DA-DAA37353D6E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032" y="544592"/>
            <a:ext cx="1620000" cy="1364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70ACB-913A-04EC-EF6A-EA78BF09DA4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59238" y="279400"/>
            <a:ext cx="9297982" cy="62170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612F24-D98D-648B-5265-478E5E2FE0A4}"/>
              </a:ext>
            </a:extLst>
          </p:cNvPr>
          <p:cNvSpPr/>
          <p:nvPr/>
        </p:nvSpPr>
        <p:spPr>
          <a:xfrm>
            <a:off x="9702800" y="279400"/>
            <a:ext cx="2342971" cy="953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FD7CD-01A3-2D87-C4A0-43A2DC66C36F}"/>
              </a:ext>
            </a:extLst>
          </p:cNvPr>
          <p:cNvSpPr/>
          <p:nvPr/>
        </p:nvSpPr>
        <p:spPr>
          <a:xfrm>
            <a:off x="2727122" y="1361693"/>
            <a:ext cx="5352575" cy="454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11BA9B1B-CDAA-6DCA-4A87-204AAE639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55913" y="1522899"/>
            <a:ext cx="5099367" cy="417184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9E2A7A-3873-8883-ABD1-37B8AAC50FA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9886" y="95533"/>
            <a:ext cx="805543" cy="12054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235AE9-1EA6-52DD-87D5-6778530E5C9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4465" y="6234545"/>
            <a:ext cx="12516464" cy="66705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974EE64-C5D0-9617-F92A-3894C1C950BF}"/>
              </a:ext>
            </a:extLst>
          </p:cNvPr>
          <p:cNvSpPr>
            <a:spLocks/>
          </p:cNvSpPr>
          <p:nvPr/>
        </p:nvSpPr>
        <p:spPr>
          <a:xfrm>
            <a:off x="10217313" y="5685658"/>
            <a:ext cx="1974687" cy="11723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E41027-CFDE-D576-7138-D99AA47F943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6021884" y="1522900"/>
            <a:ext cx="5099367" cy="408632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64F6C9B-51D0-8730-698A-3262F3DDB6C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5912" y="1522899"/>
            <a:ext cx="5099367" cy="40863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A98F93E-8480-926C-D963-AF9243BBFAC4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17311" y="5685657"/>
            <a:ext cx="1974688" cy="117234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8441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E402-B192-3071-C194-25C016C1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29BA4719-F7E7-F764-0DE7-16A933C865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21026A-624F-396C-4CD4-32578D1E4B3D}"/>
              </a:ext>
            </a:extLst>
          </p:cNvPr>
          <p:cNvSpPr/>
          <p:nvPr/>
        </p:nvSpPr>
        <p:spPr>
          <a:xfrm>
            <a:off x="-1" y="-1"/>
            <a:ext cx="2425149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F20715-62ED-C0AA-A255-438AC3FC4ED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2033" y="410820"/>
            <a:ext cx="1630019" cy="1643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F7FA1E-360B-B055-144C-473B42AA515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032" y="544592"/>
            <a:ext cx="1620000" cy="13642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8BEA10-8A59-FBA9-0598-402D977CDE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83955" y="279400"/>
            <a:ext cx="9496012" cy="54305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62DBBB-FA98-170F-F05F-C0C4F128752B}"/>
              </a:ext>
            </a:extLst>
          </p:cNvPr>
          <p:cNvSpPr/>
          <p:nvPr/>
        </p:nvSpPr>
        <p:spPr>
          <a:xfrm>
            <a:off x="9702800" y="279400"/>
            <a:ext cx="2342971" cy="953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8DCBA7-4875-F9BF-A163-E1A71D8357ED}"/>
              </a:ext>
            </a:extLst>
          </p:cNvPr>
          <p:cNvSpPr/>
          <p:nvPr/>
        </p:nvSpPr>
        <p:spPr>
          <a:xfrm>
            <a:off x="2769410" y="1413877"/>
            <a:ext cx="8934910" cy="2639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0D06C-39E2-9FFC-2E1D-BB2927859C77}"/>
              </a:ext>
            </a:extLst>
          </p:cNvPr>
          <p:cNvSpPr/>
          <p:nvPr/>
        </p:nvSpPr>
        <p:spPr>
          <a:xfrm>
            <a:off x="2855913" y="1522899"/>
            <a:ext cx="2767647" cy="23937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D6FE78-8B96-4F11-951F-52812BF8E75C}"/>
              </a:ext>
            </a:extLst>
          </p:cNvPr>
          <p:cNvSpPr/>
          <p:nvPr/>
        </p:nvSpPr>
        <p:spPr>
          <a:xfrm>
            <a:off x="5848137" y="1522899"/>
            <a:ext cx="2767647" cy="23937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E5DABE-B7D0-C93C-0559-D3B726A95ACB}"/>
              </a:ext>
            </a:extLst>
          </p:cNvPr>
          <p:cNvSpPr/>
          <p:nvPr/>
        </p:nvSpPr>
        <p:spPr>
          <a:xfrm>
            <a:off x="8840361" y="1522899"/>
            <a:ext cx="2767647" cy="23937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CB5C41-7F17-C646-ABA6-317E5F40A2A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40360" y="1522897"/>
            <a:ext cx="2767647" cy="23937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FF2A87-151D-05D2-B7B9-6D147F03C15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9886" y="95533"/>
            <a:ext cx="805543" cy="12054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B692AC-B94C-2783-9BA9-A9F8DA1E82F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4465" y="6234545"/>
            <a:ext cx="12516464" cy="667055"/>
          </a:xfrm>
          <a:prstGeom prst="rect">
            <a:avLst/>
          </a:prstGeom>
        </p:spPr>
      </p:pic>
      <p:pic>
        <p:nvPicPr>
          <p:cNvPr id="28" name="Picture 27" hidden="1">
            <a:extLst>
              <a:ext uri="{FF2B5EF4-FFF2-40B4-BE49-F238E27FC236}">
                <a16:creationId xmlns:a16="http://schemas.microsoft.com/office/drawing/2014/main" id="{9ABF7217-DD3F-45C8-FAEA-8EB073A182FA}"/>
              </a:ext>
            </a:extLst>
          </p:cNvPr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9657" y="5412910"/>
            <a:ext cx="1941558" cy="1445090"/>
          </a:xfrm>
          <a:prstGeom prst="rect">
            <a:avLst/>
          </a:prstGeom>
          <a:ln>
            <a:noFill/>
          </a:ln>
        </p:spPr>
      </p:pic>
      <p:sp>
        <p:nvSpPr>
          <p:cNvPr id="30" name="Triangle 29">
            <a:extLst>
              <a:ext uri="{FF2B5EF4-FFF2-40B4-BE49-F238E27FC236}">
                <a16:creationId xmlns:a16="http://schemas.microsoft.com/office/drawing/2014/main" id="{2BABA768-F23C-1E8B-9F5B-CE3FEFE62B53}"/>
              </a:ext>
            </a:extLst>
          </p:cNvPr>
          <p:cNvSpPr/>
          <p:nvPr/>
        </p:nvSpPr>
        <p:spPr>
          <a:xfrm rot="10800000">
            <a:off x="9941218" y="1723349"/>
            <a:ext cx="383658" cy="33074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267415A-64F4-1D42-FE1B-CF466B398D1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40359" y="1522897"/>
            <a:ext cx="2767649" cy="2393781"/>
          </a:xfrm>
          <a:prstGeom prst="rect">
            <a:avLst/>
          </a:prstGeom>
          <a:ln w="28575"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E61AEBB-52B3-4B76-DC7E-D079DAED3E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55913" y="1522899"/>
            <a:ext cx="2767647" cy="2393780"/>
          </a:xfrm>
          <a:prstGeom prst="rect">
            <a:avLst/>
          </a:prstGeom>
        </p:spPr>
      </p:pic>
      <p:pic>
        <p:nvPicPr>
          <p:cNvPr id="40" name="Picture 39" hidden="1">
            <a:extLst>
              <a:ext uri="{FF2B5EF4-FFF2-40B4-BE49-F238E27FC236}">
                <a16:creationId xmlns:a16="http://schemas.microsoft.com/office/drawing/2014/main" id="{121C7E74-E19D-E85A-0BFB-29F5C54471B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48137" y="1522898"/>
            <a:ext cx="2767647" cy="2393779"/>
          </a:xfrm>
          <a:prstGeom prst="rect">
            <a:avLst/>
          </a:prstGeom>
          <a:ln w="28575"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3239D78-58CB-FD1E-4A5D-44B411F7A0B5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48134" y="1522898"/>
            <a:ext cx="2767649" cy="239378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F3CAC76-0770-BFDF-83C5-C57996FF271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48133" y="1522898"/>
            <a:ext cx="2767647" cy="239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8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1307-7B0D-058A-8089-DF5BFB1E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B7501-3F34-E341-E6D2-E8C4C48FC605}"/>
              </a:ext>
            </a:extLst>
          </p:cNvPr>
          <p:cNvSpPr/>
          <p:nvPr/>
        </p:nvSpPr>
        <p:spPr>
          <a:xfrm>
            <a:off x="229091" y="5230377"/>
            <a:ext cx="1782589" cy="505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47BC86-BD82-A5BE-55BE-23C4B581F378}"/>
              </a:ext>
            </a:extLst>
          </p:cNvPr>
          <p:cNvSpPr/>
          <p:nvPr/>
        </p:nvSpPr>
        <p:spPr>
          <a:xfrm>
            <a:off x="0" y="1"/>
            <a:ext cx="12192000" cy="8805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50C71-D9B5-1160-23CF-184A12BECF22}"/>
              </a:ext>
            </a:extLst>
          </p:cNvPr>
          <p:cNvSpPr/>
          <p:nvPr/>
        </p:nvSpPr>
        <p:spPr>
          <a:xfrm>
            <a:off x="9037122" y="5977466"/>
            <a:ext cx="3154878" cy="8805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 hidden="1">
            <a:extLst>
              <a:ext uri="{FF2B5EF4-FFF2-40B4-BE49-F238E27FC236}">
                <a16:creationId xmlns:a16="http://schemas.microsoft.com/office/drawing/2014/main" id="{06872B97-27D7-4225-8122-CBF3D8CB37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10" y="0"/>
            <a:ext cx="12192000" cy="5977467"/>
            <a:chOff x="3610" y="0"/>
            <a:chExt cx="12192000" cy="59774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6384B9E-1B84-1AEE-FE9A-80949E867BA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10" y="880535"/>
              <a:ext cx="12192000" cy="509693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2DDCA9-F952-99D7-668D-87F97587529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2630" y="0"/>
              <a:ext cx="12132980" cy="3002692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8CBF24F-18FB-29DA-3E82-DC788682A4B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25758"/>
            <a:ext cx="12531317" cy="30430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436A42-02E9-5990-62FB-79EA0584ACBC}"/>
              </a:ext>
            </a:extLst>
          </p:cNvPr>
          <p:cNvSpPr/>
          <p:nvPr/>
        </p:nvSpPr>
        <p:spPr>
          <a:xfrm>
            <a:off x="300205" y="3370008"/>
            <a:ext cx="11888185" cy="3487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F2EE29-DEA5-EEDB-76CA-B1D37DD0BEE1}"/>
              </a:ext>
            </a:extLst>
          </p:cNvPr>
          <p:cNvSpPr txBox="1">
            <a:spLocks/>
          </p:cNvSpPr>
          <p:nvPr/>
        </p:nvSpPr>
        <p:spPr>
          <a:xfrm>
            <a:off x="701380" y="3595115"/>
            <a:ext cx="7348610" cy="11222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6000" dirty="0">
                <a:solidFill>
                  <a:srgbClr val="2865E1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DIVIDER SLIDE</a:t>
            </a:r>
            <a:endParaRPr lang="en-US" sz="6000" dirty="0">
              <a:solidFill>
                <a:srgbClr val="2865E1"/>
              </a:solidFill>
              <a:latin typeface="Guentner Simplon Light" panose="020B0300000000000000" pitchFamily="34" charset="77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9D55F-D1F6-3B99-D2EB-E561A706897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350" y="4842436"/>
            <a:ext cx="7348610" cy="98011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81B03A-7290-7DEA-DED4-61EFC54831E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4588" y="95534"/>
            <a:ext cx="836477" cy="1209542"/>
          </a:xfrm>
          <a:prstGeom prst="rect">
            <a:avLst/>
          </a:prstGeom>
          <a:effectLst>
            <a:outerShdw blurRad="165851" sx="99385" sy="99385" algn="tl" rotWithShape="0">
              <a:prstClr val="black">
                <a:alpha val="9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BEF0BB-4A62-169E-AC2A-514D167276E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55288" y="2738658"/>
            <a:ext cx="12589369" cy="6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8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D574-AA01-8E15-C2D9-D879F12E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0344F7-0583-CE72-10D4-F8213E80A6A4}"/>
              </a:ext>
            </a:extLst>
          </p:cNvPr>
          <p:cNvSpPr/>
          <p:nvPr/>
        </p:nvSpPr>
        <p:spPr>
          <a:xfrm>
            <a:off x="229091" y="5230377"/>
            <a:ext cx="1782589" cy="505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C30B0-B919-DB6F-82A2-BF9F0D8666B8}"/>
              </a:ext>
            </a:extLst>
          </p:cNvPr>
          <p:cNvSpPr/>
          <p:nvPr/>
        </p:nvSpPr>
        <p:spPr>
          <a:xfrm>
            <a:off x="9037122" y="5977466"/>
            <a:ext cx="3154878" cy="8805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 hidden="1">
            <a:extLst>
              <a:ext uri="{FF2B5EF4-FFF2-40B4-BE49-F238E27FC236}">
                <a16:creationId xmlns:a16="http://schemas.microsoft.com/office/drawing/2014/main" id="{00D9D299-149E-2C55-D9FC-F7D266D66ED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10" y="0"/>
            <a:ext cx="12192000" cy="5977467"/>
            <a:chOff x="3610" y="0"/>
            <a:chExt cx="12192000" cy="59774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15A354B-0940-D6A7-D402-B43F4341F62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10" y="880535"/>
              <a:ext cx="12192000" cy="509693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44934E-D065-2FE8-E843-713FB24D3C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2630" y="0"/>
              <a:ext cx="12132980" cy="30026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DA6718-4C84-FFC7-D222-16A0FBC4D494}"/>
              </a:ext>
            </a:extLst>
          </p:cNvPr>
          <p:cNvSpPr/>
          <p:nvPr/>
        </p:nvSpPr>
        <p:spPr>
          <a:xfrm>
            <a:off x="300205" y="3370008"/>
            <a:ext cx="11888185" cy="3487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36445B-12FF-83A2-F28B-786DC0E87C7C}"/>
              </a:ext>
            </a:extLst>
          </p:cNvPr>
          <p:cNvSpPr txBox="1">
            <a:spLocks/>
          </p:cNvSpPr>
          <p:nvPr/>
        </p:nvSpPr>
        <p:spPr>
          <a:xfrm>
            <a:off x="701380" y="3595115"/>
            <a:ext cx="7348610" cy="11222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6000" dirty="0">
                <a:solidFill>
                  <a:srgbClr val="2865E1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DIVIDER SLIDE</a:t>
            </a:r>
            <a:endParaRPr lang="en-US" sz="6000" dirty="0">
              <a:solidFill>
                <a:srgbClr val="2865E1"/>
              </a:solidFill>
              <a:latin typeface="Guentner Simplon Light" panose="020B0300000000000000" pitchFamily="34" charset="77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94480-F478-634E-2136-EB1CC82DCC0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350" y="4842436"/>
            <a:ext cx="7348610" cy="980110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0EE68A-79F2-117B-48A7-5ACC7D8FB5B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5610" cy="3019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AC650A-E49D-9EDA-35A1-86829C3DB34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54588" y="95534"/>
            <a:ext cx="836477" cy="1209542"/>
          </a:xfrm>
          <a:prstGeom prst="rect">
            <a:avLst/>
          </a:prstGeom>
          <a:effectLst>
            <a:outerShdw blurRad="165851" sx="99385" sy="99385" algn="tl" rotWithShape="0">
              <a:prstClr val="black">
                <a:alpha val="9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A7A0B5-657E-907E-614D-E125B53851E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1680" y="-3965381"/>
            <a:ext cx="8733758" cy="2250967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F06A55-3A58-9A3C-BDFE-83F7028EE4A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55288" y="2738658"/>
            <a:ext cx="12589369" cy="6670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53725D-C348-9422-6895-D1520CD0CE6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3538" y="1545344"/>
            <a:ext cx="3104705" cy="145567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8090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2FA5366-1952-101F-9654-06C2D20A4C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6096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5DCD49-28AB-BC86-C331-889B3D5C31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309717" y="1782663"/>
            <a:ext cx="2815794" cy="3167768"/>
          </a:xfrm>
          <a:prstGeom prst="rect">
            <a:avLst/>
          </a:prstGeom>
        </p:spPr>
      </p:pic>
      <p:sp>
        <p:nvSpPr>
          <p:cNvPr id="14" name="Oval 13 blue">
            <a:extLst>
              <a:ext uri="{FF2B5EF4-FFF2-40B4-BE49-F238E27FC236}">
                <a16:creationId xmlns:a16="http://schemas.microsoft.com/office/drawing/2014/main" id="{993790D4-869C-9E46-A2AA-C906B7168205}"/>
              </a:ext>
            </a:extLst>
          </p:cNvPr>
          <p:cNvSpPr/>
          <p:nvPr/>
        </p:nvSpPr>
        <p:spPr>
          <a:xfrm>
            <a:off x="-493923" y="-539827"/>
            <a:ext cx="2234136" cy="2310861"/>
          </a:xfrm>
          <a:prstGeom prst="ellipse">
            <a:avLst/>
          </a:prstGeom>
          <a:solidFill>
            <a:srgbClr val="7BB7DD">
              <a:alpha val="4902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60880D88-0003-194C-4959-82BA195584A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0EDB755C-2BAB-621D-1881-DC0ADA2EB5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6095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336487-B257-A0F1-0729-2E7A3283ABC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3975217"/>
            <a:ext cx="2434835" cy="1950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BFD0D4-C7DB-F0C2-6632-16548799B140}"/>
              </a:ext>
            </a:extLst>
          </p:cNvPr>
          <p:cNvSpPr txBox="1">
            <a:spLocks/>
          </p:cNvSpPr>
          <p:nvPr/>
        </p:nvSpPr>
        <p:spPr>
          <a:xfrm>
            <a:off x="6401178" y="1417598"/>
            <a:ext cx="4353697" cy="28977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9000"/>
              </a:lnSpc>
            </a:pPr>
            <a:r>
              <a:rPr lang="en-GB" sz="900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THANK</a:t>
            </a:r>
            <a:br>
              <a:rPr lang="en-GB" sz="9000" dirty="0">
                <a:solidFill>
                  <a:srgbClr val="A7A7A5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</a:br>
            <a:r>
              <a:rPr lang="en-GB" sz="9000" dirty="0">
                <a:solidFill>
                  <a:srgbClr val="2865E1"/>
                </a:solidFill>
                <a:latin typeface="Guentner Simplon Light" panose="020B0300000000000000" pitchFamily="34" charset="77"/>
                <a:cs typeface="Arial" panose="020B0604020202020204" pitchFamily="34" charset="0"/>
              </a:rPr>
              <a:t>YOU.</a:t>
            </a:r>
            <a:endParaRPr lang="en-US" sz="9000" dirty="0">
              <a:solidFill>
                <a:srgbClr val="2865E1"/>
              </a:solidFill>
              <a:latin typeface="Guentner Simplon Light" panose="020B0300000000000000" pitchFamily="34" charset="77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B0373-3DC2-81D2-6604-42810150631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95536"/>
            <a:ext cx="1282535" cy="1591149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22A78C-B1FE-4530-65CF-D7ACF1364DF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24465" y="6234545"/>
            <a:ext cx="12516464" cy="667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09B85-6F7F-25DB-E8CC-0F844271EEA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5704511"/>
            <a:ext cx="2434835" cy="26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5941</TotalTime>
  <Words>61</Words>
  <Application>Microsoft Macintosh PowerPoint</Application>
  <PresentationFormat>Widescreen</PresentationFormat>
  <Paragraphs>17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Guentner Simplon Light</vt:lpstr>
      <vt:lpstr>IBM Plex Sans</vt:lpstr>
      <vt:lpstr>Office Theme</vt:lpstr>
      <vt:lpstr>TITLE SLIDE TO GO HERE.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Spicer</dc:creator>
  <cp:lastModifiedBy>Sen Thuy Vo</cp:lastModifiedBy>
  <cp:revision>17</cp:revision>
  <dcterms:created xsi:type="dcterms:W3CDTF">2026-05-08T14:37:00Z</dcterms:created>
  <dcterms:modified xsi:type="dcterms:W3CDTF">2026-07-01T02:12:38Z</dcterms:modified>
</cp:coreProperties>
</file>