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ravity.globa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1. Connector between shapes (bug #1)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40480" y="2743200"/>
            <a:ext cx="1645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Content text after a connector — must keep correct role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114800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2. Table +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has a table below.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3.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4. Group: image + caption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4663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Caption under image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5. Hyperlink on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Click here (link to gravity.global)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6.1 Same kind, diff layout (single column)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big text column.</a:t>
            </a:r>
          </a:p>
          <a:p>
            <a:r>
              <a:t>One big text column.</a:t>
            </a:r>
          </a:p>
          <a:p>
            <a:r>
              <a:t>One big text column.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6.2 Same kind, diff layout (three columns)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Column 1</a:t>
            </a:r>
          </a:p>
          <a:p>
            <a:r>
              <a:t>short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Column 2</a:t>
            </a:r>
          </a:p>
          <a:p>
            <a:r>
              <a:t>short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Column 3</a:t>
            </a:r>
          </a:p>
          <a:p>
            <a:r>
              <a:t>short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572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10. Special chars / multilang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Tiếng Việt · 日本語 · العربية · emoji 🚀 ✓</a:t>
            </a:r>
          </a:p>
          <a:p>
            <a:r>
              <a:t>Line with soft 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11. Auto shape with 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2286000"/>
            <a:ext cx="5486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 inside an auto shape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C4"/>
                </a:solidFill>
              </a:defRPr>
            </a:pPr>
            <a:r>
              <a:t>12. Hidden slide (Archive)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is hidden (show=0)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